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40 秒。Only-U 是装在普通 U 盘里的 Windows 运维 Agent：插上、双击、出诊断，不用安装任何东西。右边是真实运行的诊断输出：磁盘、内存、关键事件、SMART、进程、打印机、驱动异常，一屏全出——302 行零依赖 PowerShell，不联网、不调模型，实机 4.73 秒跑完，7 项 Pester 测试全过。需求不是编的：队长用 U 盘跑 Claude Code 修机，一个月几十台，最常见就是 C 盘满、卡死、打印机、蓝屏。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中间 40 秒。没网也饿不死：诊断脚本就是地板，双击就能跑，扫描有限时限量——每个目录 8 秒、2 万文件上限，超了就跳过，绝不把人家的破电脑扫卡死；拒绝 UNC、跳过重解析点。清理是双层防护：白名单只有 4 个 Temp 目录，桌面、文档、下载、图片前缀直接封锁；默认预览，用户说「确认」才真删。有网是加分项：start.cmd 拉起 TUI，Agent 调的是同一套脚本——清理逻辑不写两份。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 40 秒。最难的不是接模型，是把 LLM 运行时塞进 FAT32 U 盘：pnpm 的符号链接在 FAT32 上活不了，我们用 bake-usb.ps1 打出扁平化 CLI，还二进制 patch 了上游的 ensureSymlink 让它容忍 FAT32——客户机零安装，拔盘带走，数据不落客户机。开发模式也是卖点：队长定 ADR，两位队友各自的 AI agent 按 GitHub issue 开分支交 PR，用 agent 团队交付 agent 产品。一句话：不用安装、不敢乱删。无线网卡是下一阶段。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ANGLE">
            <a:avLst/>
          </a:prstGeom>
          <a:solidFill>
            <a:srgbClr val="0B1220"/>
          </a:solidFill>
          <a:ln/>
        </p:spPr>
      </p:sp>
      <p:sp>
        <p:nvSpPr>
          <p:cNvPr id="4" name="Shape 1"/>
          <p:cNvSpPr/>
          <p:nvPr/>
        </p:nvSpPr>
        <p:spPr>
          <a:xfrm>
            <a:off x="731520" y="640080"/>
            <a:ext cx="4160520" cy="402336"/>
          </a:xfrm>
          <a:prstGeom prst="ROUNDED_RECTANGLE">
            <a:avLst>
              <a:gd name="adj" fmla="val 50000"/>
            </a:avLst>
          </a:prstGeom>
          <a:solidFill>
            <a:srgbClr val="121C2E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赤兔 AI 黑客松 · 产品赛道「单人成军」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12344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Only-U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D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 盘 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插上就跑的 Windows 运维 Agent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731520" y="3127248"/>
            <a:ext cx="3611880" cy="530352"/>
          </a:xfrm>
          <a:prstGeom prst="ROUNDED_RECTANGLE">
            <a:avLst>
              <a:gd name="adj" fmla="val 50000"/>
            </a:avLst>
          </a:prstGeom>
          <a:solidFill>
            <a:srgbClr val="2BD97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12724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插上 · 双击 · 出诊断 —— 不用安装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38862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D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 行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31520" y="44074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零依赖诊断器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971800" y="38862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D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4.73 秒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2971800" y="44074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实机出报告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212080" y="38862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D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212080" y="44074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Pester 测试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" y="61264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需求来自真实修机：U 盘跑 Claude Code · 一个月几十台 · C 盘满 / 卡死 / 打印机 / 蓝屏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452360" y="914400"/>
            <a:ext cx="4023360" cy="4892040"/>
          </a:xfrm>
          <a:prstGeom prst="ROUNDED_RECTANGLE">
            <a:avLst>
              <a:gd name="adj" fmla="val 2045"/>
            </a:avLst>
          </a:prstGeom>
          <a:solidFill>
            <a:srgbClr val="121C2E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53528" y="1069848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9" name="Shape 16"/>
          <p:cNvSpPr/>
          <p:nvPr/>
        </p:nvSpPr>
        <p:spPr>
          <a:xfrm>
            <a:off x="7854696" y="1069848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0" name="Shape 17"/>
          <p:cNvSpPr/>
          <p:nvPr/>
        </p:nvSpPr>
        <p:spPr>
          <a:xfrm>
            <a:off x="8055864" y="1069848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1" name="Text 18"/>
          <p:cNvSpPr/>
          <p:nvPr/>
        </p:nvSpPr>
        <p:spPr>
          <a:xfrm>
            <a:off x="8321040" y="9875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C:\Only-U\portable — 诊断.cmd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589520" y="1335024"/>
            <a:ext cx="3749040" cy="10973"/>
          </a:xfrm>
          <a:prstGeom prst="RECTANGLE">
            <a:avLst/>
          </a:prstGeom>
          <a:solidFill>
            <a:srgbClr val="2A3A5C"/>
          </a:solidFill>
          <a:ln/>
        </p:spPr>
      </p:sp>
      <p:sp>
        <p:nvSpPr>
          <p:cNvPr id="23" name="Text 20"/>
          <p:cNvSpPr/>
          <p:nvPr/>
        </p:nvSpPr>
        <p:spPr>
          <a:xfrm>
            <a:off x="7726680" y="1481328"/>
            <a:ext cx="3474720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D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diagnose.cmd</a:t>
            </a:r>
            <a:pPr indent="0" marL="0">
              <a:buNone/>
            </a:pPr>
            <a:r>
              <a:rPr lang="en-US" sz="115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只读体检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726680" y="1727391"/>
            <a:ext cx="3474720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D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红灯区：无 —— 未见致命异常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726680" y="1973453"/>
            <a:ext cx="3474720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D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</a:t>
            </a:r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磁盘 C: 剩余 23.4 GB (12%)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726680" y="2219516"/>
            <a:ext cx="3474720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D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</a:t>
            </a:r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内存 62% · 提交 58% &lt;90%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726680" y="2465578"/>
            <a:ext cx="3474720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D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</a:t>
            </a:r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天关键事件 0 条 (2004/存储超时)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726680" y="2711641"/>
            <a:ext cx="3474720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D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</a:t>
            </a:r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SMART 健康 · 0 不可纠正读错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726680" y="2957703"/>
            <a:ext cx="3474720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D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</a:t>
            </a:r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Top5 内存进程已列出（只列不杀）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726680" y="3203766"/>
            <a:ext cx="3474720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D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</a:t>
            </a:r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打印机正常 · PnP 异常设备 0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7726680" y="3449828"/>
            <a:ext cx="3474720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B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[!]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临时目录可回收 ~4.1 GB（只统计）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7726680" y="3695891"/>
            <a:ext cx="3474720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4.73s · 零依赖 · 不联网 · 报告随盘带走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7726680" y="3941953"/>
            <a:ext cx="3474720" cy="24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D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▌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ANGLE">
            <a:avLst/>
          </a:prstGeom>
          <a:solidFill>
            <a:srgbClr val="F5F7FA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一套脚本，两条路径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31520" y="106070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没网能诊断，有网能聊天；安全是结构，不是口号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691640"/>
            <a:ext cx="5202936" cy="3063240"/>
          </a:xfrm>
          <a:prstGeom prst="ROUNDED_RECTANGLE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63500" dist="38100" dir="5400000">
              <a:srgbClr val="101828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05840" y="1938528"/>
            <a:ext cx="329184" cy="329184"/>
          </a:xfrm>
          <a:prstGeom prst="ELLIPSE">
            <a:avLst/>
          </a:prstGeom>
          <a:solidFill>
            <a:srgbClr val="0E9F5C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18562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离线路径 · 没网也能跑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17720" y="1984248"/>
            <a:ext cx="1051560" cy="310896"/>
          </a:xfrm>
          <a:prstGeom prst="ROUNDED_RECTANGLE">
            <a:avLst>
              <a:gd name="adj" fmla="val 50000"/>
            </a:avLst>
          </a:prstGeom>
          <a:solidFill>
            <a:srgbClr val="FDF0DC"/>
          </a:solidFill>
          <a:ln w="12700">
            <a:solidFill>
              <a:srgbClr val="E8C8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7720" y="19842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演示保底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005840" y="2487168"/>
            <a:ext cx="4663440" cy="1536192"/>
          </a:xfrm>
          <a:prstGeom prst="ROUNDED_RECTANGLE">
            <a:avLst>
              <a:gd name="adj" fmla="val 5357"/>
            </a:avLst>
          </a:prstGeom>
          <a:solidFill>
            <a:srgbClr val="121C2E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07008" y="2642616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4" name="Shape 11"/>
          <p:cNvSpPr/>
          <p:nvPr/>
        </p:nvSpPr>
        <p:spPr>
          <a:xfrm>
            <a:off x="1408176" y="2642616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5" name="Shape 12"/>
          <p:cNvSpPr/>
          <p:nvPr/>
        </p:nvSpPr>
        <p:spPr>
          <a:xfrm>
            <a:off x="1609344" y="2642616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6" name="Text 13"/>
          <p:cNvSpPr/>
          <p:nvPr/>
        </p:nvSpPr>
        <p:spPr>
          <a:xfrm>
            <a:off x="1874520" y="2560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C:\Only-U\portable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143000" y="2907792"/>
            <a:ext cx="4389120" cy="10973"/>
          </a:xfrm>
          <a:prstGeom prst="RECTANGLE">
            <a:avLst/>
          </a:prstGeom>
          <a:solidFill>
            <a:srgbClr val="2A3A5C"/>
          </a:solidFill>
          <a:ln/>
        </p:spPr>
      </p:sp>
      <p:sp>
        <p:nvSpPr>
          <p:cNvPr id="18" name="Text 15"/>
          <p:cNvSpPr/>
          <p:nvPr/>
        </p:nvSpPr>
        <p:spPr>
          <a:xfrm>
            <a:off x="1280160" y="3054096"/>
            <a:ext cx="41148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diagnose.cmd · 只读 · 4.73s 出报告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280160" y="3238246"/>
            <a:ext cx="41148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D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</a:t>
            </a:r>
            <a:pPr indent="0" marL="0">
              <a:buNone/>
            </a:pPr>
            <a:r>
              <a:rPr lang="en-US" sz="100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扫描限时 8s/目录 · 限量 20k 文件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280160" y="3422396"/>
            <a:ext cx="41148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D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</a:t>
            </a:r>
            <a:pPr indent="0" marL="0">
              <a:buNone/>
            </a:pPr>
            <a:r>
              <a:rPr lang="en-US" sz="100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拒 UNC · 跳重解析点 · 可取消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280160" y="3606546"/>
            <a:ext cx="41148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00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clean.cmd · 默认预览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05840" y="413308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扫描超限就跳过——绝不把客户的破电脑扫卡死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54496" y="1691640"/>
            <a:ext cx="5202936" cy="3063240"/>
          </a:xfrm>
          <a:prstGeom prst="ROUNDED_RECTANGLE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63500" dist="38100" dir="5400000">
              <a:srgbClr val="101828">
                <a:alpha val="14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528816" y="1938528"/>
            <a:ext cx="329184" cy="329184"/>
          </a:xfrm>
          <a:prstGeom prst="ELLIPSE">
            <a:avLst/>
          </a:prstGeom>
          <a:solidFill>
            <a:srgbClr val="0E9F5C"/>
          </a:solidFill>
          <a:ln/>
        </p:spPr>
      </p:sp>
      <p:sp>
        <p:nvSpPr>
          <p:cNvPr id="25" name="Text 22"/>
          <p:cNvSpPr/>
          <p:nvPr/>
        </p:nvSpPr>
        <p:spPr>
          <a:xfrm>
            <a:off x="6528816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986016" y="18562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有网路径 · TUI 里的 Agent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0195560" y="1984248"/>
            <a:ext cx="1051560" cy="310896"/>
          </a:xfrm>
          <a:prstGeom prst="ROUNDED_RECTANGLE">
            <a:avLst>
              <a:gd name="adj" fmla="val 50000"/>
            </a:avLst>
          </a:prstGeom>
          <a:solidFill>
            <a:srgbClr val="E3F6EC"/>
          </a:solidFill>
          <a:ln w="12700">
            <a:solidFill>
              <a:srgbClr val="9FE3C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195560" y="19842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F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加分项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528816" y="2487168"/>
            <a:ext cx="4663440" cy="1536192"/>
          </a:xfrm>
          <a:prstGeom prst="ROUNDED_RECTANGLE">
            <a:avLst>
              <a:gd name="adj" fmla="val 5357"/>
            </a:avLst>
          </a:prstGeom>
          <a:solidFill>
            <a:srgbClr val="121C2E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729984" y="2642616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1" name="Shape 28"/>
          <p:cNvSpPr/>
          <p:nvPr/>
        </p:nvSpPr>
        <p:spPr>
          <a:xfrm>
            <a:off x="6931152" y="2642616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2" name="Shape 29"/>
          <p:cNvSpPr/>
          <p:nvPr/>
        </p:nvSpPr>
        <p:spPr>
          <a:xfrm>
            <a:off x="7132320" y="2642616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3" name="Text 30"/>
          <p:cNvSpPr/>
          <p:nvPr/>
        </p:nvSpPr>
        <p:spPr>
          <a:xfrm>
            <a:off x="7397496" y="2560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dsh-tui — start.cmd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665976" y="2907792"/>
            <a:ext cx="4389120" cy="10973"/>
          </a:xfrm>
          <a:prstGeom prst="RECTANGLE">
            <a:avLst/>
          </a:prstGeom>
          <a:solidFill>
            <a:srgbClr val="2A3A5C"/>
          </a:solidFill>
          <a:ln/>
        </p:spPr>
      </p:sp>
      <p:sp>
        <p:nvSpPr>
          <p:cNvPr id="35" name="Text 32"/>
          <p:cNvSpPr/>
          <p:nvPr/>
        </p:nvSpPr>
        <p:spPr>
          <a:xfrm>
            <a:off x="6803136" y="3054096"/>
            <a:ext cx="41148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you&gt;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盘满了，帮我看看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803136" y="3238246"/>
            <a:ext cx="41148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B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Agent&gt; </a:t>
            </a:r>
            <a:pPr indent="0" marL="0">
              <a:buNone/>
            </a:pPr>
            <a:r>
              <a:rPr lang="en-US" sz="100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已跑诊断 · 红灯区无异常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803136" y="3422396"/>
            <a:ext cx="41148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B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Agent&gt; </a:t>
            </a:r>
            <a:pPr indent="0" marL="0">
              <a:buNone/>
            </a:pPr>
            <a:r>
              <a:rPr lang="en-US" sz="100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预览：临时目录可回收 4.1 GB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803136" y="3606546"/>
            <a:ext cx="41148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B9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等你确认后才 -Execute …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528816" y="413308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 → 调的是同一套 ps1（skill 硬约束）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731520" y="4901184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两条路径共用 </a:t>
            </a:r>
            <a:pPr algn="ctr" indent="0" marL="0">
              <a:buNone/>
            </a:pPr>
            <a:r>
              <a:rPr lang="en-US" sz="1200" b="1" dirty="0">
                <a:solidFill>
                  <a:srgbClr val="0E9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portable\*.ps1</a:t>
            </a:r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清理逻辑不写两份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731520" y="5440680"/>
            <a:ext cx="10725912" cy="868680"/>
          </a:xfrm>
          <a:prstGeom prst="ROUNDED_RECTANGLE">
            <a:avLst>
              <a:gd name="adj" fmla="val 12632"/>
            </a:avLst>
          </a:prstGeom>
          <a:solidFill>
            <a:srgbClr val="101828"/>
          </a:solidFill>
          <a:ln/>
        </p:spPr>
      </p:sp>
      <p:sp>
        <p:nvSpPr>
          <p:cNvPr id="42" name="Text 39"/>
          <p:cNvSpPr/>
          <p:nvPr/>
        </p:nvSpPr>
        <p:spPr>
          <a:xfrm>
            <a:off x="1097280" y="544068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D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双层误删防护：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白名单仅 4 个 Temp 目录 · </a:t>
            </a:r>
            <a:pPr algn="ctr" indent="0" marL="0">
              <a:buNone/>
            </a:pPr>
            <a:r>
              <a:rPr lang="en-US" sz="1400" b="1" dirty="0">
                <a:solidFill>
                  <a:srgbClr val="2BD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桌面/文档/下载/图片 前缀封锁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默认预览 · 显式确认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ANGLE">
            <a:avLst/>
          </a:prstGeom>
          <a:solidFill>
            <a:srgbClr val="0B1220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LLM 运行时烤进 FAT32 U 盘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31520" y="1033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客户机零安装 · 拔盘带走 · 数据不落客户机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1600200"/>
            <a:ext cx="6766560" cy="1051560"/>
          </a:xfrm>
          <a:prstGeom prst="ROUNDED_RECTANGLE">
            <a:avLst>
              <a:gd name="adj" fmla="val 7826"/>
            </a:avLst>
          </a:prstGeom>
          <a:solidFill>
            <a:srgbClr val="121C2E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5840" y="1929384"/>
            <a:ext cx="384048" cy="384048"/>
          </a:xfrm>
          <a:prstGeom prst="ELLIPSE">
            <a:avLst/>
          </a:prstGeom>
          <a:solidFill>
            <a:srgbClr val="121C2E"/>
          </a:solidFill>
          <a:ln w="19050">
            <a:solidFill>
              <a:srgbClr val="2BD9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D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00200" y="1709928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bake-usb.ps1 · 230 行烤盘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00200" y="211226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pnpm deploy 扁平化 dsh CLI + 便携 Node → 不装 Node / pnpm / CLI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2852928"/>
            <a:ext cx="6766560" cy="1051560"/>
          </a:xfrm>
          <a:prstGeom prst="ROUNDED_RECTANGLE">
            <a:avLst>
              <a:gd name="adj" fmla="val 7826"/>
            </a:avLst>
          </a:prstGeom>
          <a:solidFill>
            <a:srgbClr val="121C2E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5840" y="3182112"/>
            <a:ext cx="384048" cy="384048"/>
          </a:xfrm>
          <a:prstGeom prst="ELLIPSE">
            <a:avLst/>
          </a:prstGeom>
          <a:solidFill>
            <a:srgbClr val="121C2E"/>
          </a:solidFill>
          <a:ln w="19050">
            <a:solidFill>
              <a:srgbClr val="2BD97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D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600200" y="2962656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二进制 patch ensureSymlink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600200" y="336499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上游运行时依赖 NTFS 符号链接，patch 后容忍 FAT32 —— 真实 U 盘能跑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" y="4105656"/>
            <a:ext cx="6766560" cy="1051560"/>
          </a:xfrm>
          <a:prstGeom prst="ROUNDED_RECTANGLE">
            <a:avLst>
              <a:gd name="adj" fmla="val 7826"/>
            </a:avLst>
          </a:prstGeom>
          <a:solidFill>
            <a:srgbClr val="121C2E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05840" y="4434840"/>
            <a:ext cx="384048" cy="384048"/>
          </a:xfrm>
          <a:prstGeom prst="ELLIPSE">
            <a:avLst/>
          </a:prstGeom>
          <a:solidFill>
            <a:srgbClr val="121C2E"/>
          </a:solidFill>
          <a:ln w="19050">
            <a:solidFill>
              <a:srgbClr val="2BD97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D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600200" y="4215384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协作开发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600200" y="46177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队长定 ADR，队友的 AI agent 按 issue 开分支交 PR —— 用 agent 团队交付 agent 产品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772400" y="1600200"/>
            <a:ext cx="3703320" cy="2606040"/>
          </a:xfrm>
          <a:prstGeom prst="ROUNDED_RECTANGLE">
            <a:avLst>
              <a:gd name="adj" fmla="val 3158"/>
            </a:avLst>
          </a:prstGeom>
          <a:solidFill>
            <a:srgbClr val="121C2E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973568" y="1755648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3" name="Shape 20"/>
          <p:cNvSpPr/>
          <p:nvPr/>
        </p:nvSpPr>
        <p:spPr>
          <a:xfrm>
            <a:off x="8174736" y="1755648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4" name="Shape 21"/>
          <p:cNvSpPr/>
          <p:nvPr/>
        </p:nvSpPr>
        <p:spPr>
          <a:xfrm>
            <a:off x="8375904" y="1755648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5" name="Text 22"/>
          <p:cNvSpPr/>
          <p:nvPr/>
        </p:nvSpPr>
        <p:spPr>
          <a:xfrm>
            <a:off x="8641080" y="16733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开发机 — 烤盘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909560" y="2020824"/>
            <a:ext cx="3429000" cy="10973"/>
          </a:xfrm>
          <a:prstGeom prst="RECTANGLE">
            <a:avLst/>
          </a:prstGeom>
          <a:solidFill>
            <a:srgbClr val="2A3A5C"/>
          </a:solidFill>
          <a:ln/>
        </p:spPr>
      </p:sp>
      <p:sp>
        <p:nvSpPr>
          <p:cNvPr id="27" name="Text 24"/>
          <p:cNvSpPr/>
          <p:nvPr/>
        </p:nvSpPr>
        <p:spPr>
          <a:xfrm>
            <a:off x="8046720" y="2167128"/>
            <a:ext cx="3154680" cy="217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scripts\bake-usb.ps1 -Dest F:\Only-U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046720" y="2384616"/>
            <a:ext cx="3154680" cy="217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</a:t>
            </a:r>
            <a:pPr indent="0" marL="0">
              <a:buNone/>
            </a:pPr>
            <a:r>
              <a:rPr lang="en-US" sz="10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pnpm deploy 扁平化 dsh CLI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046720" y="2602103"/>
            <a:ext cx="3154680" cy="217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</a:t>
            </a:r>
            <a:pPr indent="0" marL="0">
              <a:buNone/>
            </a:pPr>
            <a:r>
              <a:rPr lang="en-US" sz="10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patch ensureSymlink (FAT32)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046720" y="2819591"/>
            <a:ext cx="3154680" cy="217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</a:t>
            </a:r>
            <a:pPr indent="0" marL="0">
              <a:buNone/>
            </a:pPr>
            <a:r>
              <a:rPr lang="en-US" sz="10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便携 node.exe + profile 入盘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046720" y="3037078"/>
            <a:ext cx="3154680" cy="217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</a:t>
            </a:r>
            <a:pPr indent="0" marL="0">
              <a:buNone/>
            </a:pPr>
            <a:r>
              <a:rPr lang="en-US" sz="10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GBK 入口 cmd · --help 自检过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046720" y="3254566"/>
            <a:ext cx="3154680" cy="217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9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密封完成 —— 拔盘带走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772400" y="4434840"/>
            <a:ext cx="1783080" cy="384048"/>
          </a:xfrm>
          <a:prstGeom prst="ROUNDED_RECTANGLE">
            <a:avLst>
              <a:gd name="adj" fmla="val 50000"/>
            </a:avLst>
          </a:prstGeom>
          <a:solidFill>
            <a:srgbClr val="121C2E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72400" y="44348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FAT32 · 无符号链接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9692640" y="4434840"/>
            <a:ext cx="1783080" cy="384048"/>
          </a:xfrm>
          <a:prstGeom prst="ROUNDED_RECTANGLE">
            <a:avLst>
              <a:gd name="adj" fmla="val 50000"/>
            </a:avLst>
          </a:prstGeom>
          <a:solidFill>
            <a:srgbClr val="121C2E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692640" y="44348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客户机零安装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731520" y="5440680"/>
            <a:ext cx="10725912" cy="868680"/>
          </a:xfrm>
          <a:prstGeom prst="ROUNDED_RECTANGLE">
            <a:avLst>
              <a:gd name="adj" fmla="val 12632"/>
            </a:avLst>
          </a:prstGeom>
          <a:solidFill>
            <a:srgbClr val="121C2E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31520" y="544068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「不用安装 · </a:t>
            </a:r>
            <a:pPr algn="ctr" indent="0" marL="0">
              <a:buNone/>
            </a:pPr>
            <a:r>
              <a:rPr lang="en-US" sz="2400" b="1" dirty="0">
                <a:solidFill>
                  <a:srgbClr val="2BD9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不敢乱删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endParaRPr lang="en-US" sz="2400" dirty="0"/>
          </a:p>
        </p:txBody>
      </p:sp>
      <p:sp>
        <p:nvSpPr>
          <p:cNvPr id="39" name="Text 36"/>
          <p:cNvSpPr/>
          <p:nvPr/>
        </p:nvSpPr>
        <p:spPr>
          <a:xfrm>
            <a:off x="9052560" y="5742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无线网卡 · 下一阶段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Only-U — 黑客松演示</dc:title>
  <dc:subject>PptxGenJS Presentation</dc:subject>
  <dc:creator>Only-U</dc:creator>
  <cp:lastModifiedBy>Only-U</cp:lastModifiedBy>
  <cp:revision>1</cp:revision>
  <dcterms:created xsi:type="dcterms:W3CDTF">2026-08-22T08:26:28Z</dcterms:created>
  <dcterms:modified xsi:type="dcterms:W3CDTF">2026-08-22T08:26:28Z</dcterms:modified>
</cp:coreProperties>
</file>